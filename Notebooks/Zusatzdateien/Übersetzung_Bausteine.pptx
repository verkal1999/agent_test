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F239D-A268-3EBD-0F01-F2EA8AD48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1D63EA-28CD-B3EC-3131-F7C24CC6F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B6AA74-62A0-91C8-7CF4-5469099B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3603FA-E30F-9D72-0461-59227C140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A04BC3-89F6-A91D-6CC4-A4093467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7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D964F1-66C3-A8B8-64A9-F19AA48E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9EA545-7DB3-3D88-B982-316700894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19B23B-069A-10F1-C905-EA93390B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306BA8-6407-58A8-BD0E-EDC6BEE7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5482EF-A150-7D0A-58A4-0E786520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9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A266E-EE82-E100-064C-75D1710F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0AEDFB-F919-218B-416E-903B9F867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6B9451-3417-84D4-E589-D9E8F2362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E4847A-C710-54C9-BDE5-E0EC1468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55EE2D-24D0-D384-4233-344BCE9E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60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F544BC-E902-9FC0-6C22-77F03E94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394C7D-F92F-5F34-7C68-7A8681E64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BF83E5-0E99-0600-358E-5E762BA1D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2EDD4-956B-B2C4-DB3A-648FE6995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8D1E4A-FEA5-6C95-F8AB-C4C48602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825C4C-6B7F-AE56-3464-7CA6E214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1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0B1A0-8619-BCF6-44C2-A32FF024E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FEB40F-22E7-8066-B5B4-527DE757D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3A7CD2-8C4D-742D-7A8E-542F5B2E0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DCC2B14-09FF-A5BB-1E3B-A83D3A3B4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128808-BA1E-4FA8-91D5-D27A4FB4F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7C3A61-AF67-918A-F993-6E5B5789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F237B92-C749-3104-F947-A93C27B8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BCC46C-07BA-2292-27BB-21BC4F8F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65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DAC04-B325-C62D-BD78-C96424DB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616B16-4C90-B548-C819-75AB1F1A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8CAA85D-656F-B65A-9202-BA449A6C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9E2C27-53C7-3BB8-5D66-F2A90EEC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2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063238-1806-45D1-415D-2B0ECB82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8DD0EA-1533-AED8-5A10-F28E2DEF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10AB33-8BA6-A21E-1E56-99C0EF36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0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5CBCC-D3FA-DBF8-65B8-DBDC7C66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6B82D1-1790-36CC-48EF-DD5ACD5C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FB1CE1-1D87-ED86-3F44-70391FF70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E1E275-3617-A468-CDBE-C47AE841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C4C82A-C8E7-98AA-BC4C-0B7189CC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312963-6BF9-A1BC-248A-C7BC4ABB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9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CC6FD-BF15-CB5A-5FF0-C3A56790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C28DF4-F98F-ADCB-48D1-31A5F6BFB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B178AC-DE52-A7D8-BA73-DED59D953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F22BE1-D5F6-0701-05BF-5602BFF6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6FC8C4-6132-ABD2-AFAE-EB92E585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5F7EC8-82F2-4280-DA70-11543310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2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BC6C92-5CA7-1BA8-89A1-62CD2BC5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A982CD-9C31-B6C1-B4CB-0DE408B21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827D81-ADF2-B656-82F9-573F5E8D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E67323-03DB-495B-1C0B-CEA0ECE9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5E9436-29F9-D9D1-714D-55AB06D8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51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BF8A656-D2FC-5874-F648-24D9E6AE9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A6D756-7D80-CE56-032F-159EA4397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CF7EC1-5968-6C10-96A2-38741BB8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1216B0-9499-FF18-88AD-2ABA4519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88A442-20AC-8E12-B2BF-465790F2F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4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B59B18-11D3-DD57-9F7B-8A5786C4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C2A6FA-6528-EAAB-747A-7CC24675B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8CC78E-6179-FB45-F131-DC20067C8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C1D1D-08EB-41FB-B215-48B8F99B326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2DD130-A964-86BF-17D1-2E5854C2A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CA1F6A-3503-2D05-03C4-FFA8CC961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2B966-7D78-46B1-AF94-21420834BEE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5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A898F5B-0DC7-17CC-FB1B-6AE0DE8D2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15" y="406429"/>
            <a:ext cx="5010849" cy="412490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D8537E8-BA7A-D3A8-005B-7E30874DFABE}"/>
              </a:ext>
            </a:extLst>
          </p:cNvPr>
          <p:cNvSpPr txBox="1"/>
          <p:nvPr/>
        </p:nvSpPr>
        <p:spPr>
          <a:xfrm>
            <a:off x="5276291" y="241300"/>
            <a:ext cx="7188759" cy="5104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import</a:t>
            </a:r>
            <a:r>
              <a:rPr lang="de-DE" sz="1100" dirty="0"/>
              <a:t> time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 err="1"/>
              <a:t>def</a:t>
            </a:r>
            <a:r>
              <a:rPr lang="de-DE" sz="1100" dirty="0"/>
              <a:t> </a:t>
            </a:r>
            <a:r>
              <a:rPr lang="de-DE" sz="1100" dirty="0" err="1"/>
              <a:t>HRL_ControlOfOutputs</a:t>
            </a:r>
            <a:r>
              <a:rPr lang="de-DE" sz="1100" dirty="0"/>
              <a:t>(F1: </a:t>
            </a:r>
            <a:r>
              <a:rPr lang="de-DE" sz="1100" dirty="0" err="1"/>
              <a:t>bool</a:t>
            </a:r>
            <a:r>
              <a:rPr lang="de-DE" sz="1100" dirty="0"/>
              <a:t>, A2: </a:t>
            </a:r>
            <a:r>
              <a:rPr lang="de-DE" sz="1100" dirty="0" err="1"/>
              <a:t>bool</a:t>
            </a:r>
            <a:r>
              <a:rPr lang="de-DE" sz="1100" dirty="0"/>
              <a:t>, </a:t>
            </a:r>
            <a:r>
              <a:rPr lang="de-DE" sz="1100" dirty="0" err="1"/>
              <a:t>CB_Forwards</a:t>
            </a:r>
            <a:r>
              <a:rPr lang="de-DE" sz="1100" dirty="0"/>
              <a:t>: </a:t>
            </a:r>
            <a:r>
              <a:rPr lang="de-DE" sz="1100" dirty="0" err="1"/>
              <a:t>bool</a:t>
            </a:r>
            <a:r>
              <a:rPr lang="de-DE" sz="1100" dirty="0"/>
              <a:t>, Start: </a:t>
            </a:r>
            <a:r>
              <a:rPr lang="de-DE" sz="1100" dirty="0" err="1"/>
              <a:t>bool</a:t>
            </a:r>
            <a:r>
              <a:rPr lang="de-DE" sz="1100" dirty="0"/>
              <a:t>, F4: </a:t>
            </a:r>
            <a:r>
              <a:rPr lang="de-DE" sz="1100" dirty="0" err="1"/>
              <a:t>bool</a:t>
            </a:r>
            <a:r>
              <a:rPr lang="de-DE" sz="1100" dirty="0"/>
              <a:t>, </a:t>
            </a:r>
            <a:r>
              <a:rPr lang="de-DE" sz="1100" dirty="0" err="1"/>
              <a:t>CB_Backwards</a:t>
            </a:r>
            <a:r>
              <a:rPr lang="de-DE" sz="1100" dirty="0"/>
              <a:t>: </a:t>
            </a:r>
            <a:r>
              <a:rPr lang="de-DE" sz="1100" dirty="0" err="1"/>
              <a:t>bool</a:t>
            </a:r>
            <a:r>
              <a:rPr lang="de-DE" sz="1100" dirty="0"/>
              <a:t>, RGB_Forwards01: </a:t>
            </a:r>
            <a:r>
              <a:rPr lang="de-DE" sz="1100" dirty="0" err="1"/>
              <a:t>bool</a:t>
            </a:r>
            <a:r>
              <a:rPr lang="de-DE" sz="1100" dirty="0"/>
              <a:t>, RGB_Forwards02: </a:t>
            </a:r>
            <a:r>
              <a:rPr lang="de-DE" sz="1100" dirty="0" err="1"/>
              <a:t>bool</a:t>
            </a:r>
            <a:r>
              <a:rPr lang="de-DE" sz="1100" dirty="0"/>
              <a:t>, A6: </a:t>
            </a:r>
            <a:r>
              <a:rPr lang="de-DE" sz="1100" dirty="0" err="1"/>
              <a:t>bool</a:t>
            </a:r>
            <a:r>
              <a:rPr lang="de-DE" sz="1100" dirty="0"/>
              <a:t>, </a:t>
            </a:r>
            <a:r>
              <a:rPr lang="de-DE" sz="1100" dirty="0" err="1"/>
              <a:t>Init_RGB_Forwards</a:t>
            </a:r>
            <a:r>
              <a:rPr lang="de-DE" sz="1100" dirty="0"/>
              <a:t>: </a:t>
            </a:r>
            <a:r>
              <a:rPr lang="de-DE" sz="1100" dirty="0" err="1"/>
              <a:t>bool</a:t>
            </a:r>
            <a:r>
              <a:rPr lang="de-DE" sz="1100" dirty="0"/>
              <a:t>, RGB_Backwards01: </a:t>
            </a:r>
            <a:r>
              <a:rPr lang="de-DE" sz="1100" dirty="0" err="1"/>
              <a:t>bool</a:t>
            </a:r>
            <a:r>
              <a:rPr lang="de-DE" sz="1100" dirty="0"/>
              <a:t>, RGB_Backwards02: </a:t>
            </a:r>
            <a:r>
              <a:rPr lang="de-DE" sz="1100" dirty="0" err="1"/>
              <a:t>bool</a:t>
            </a:r>
            <a:r>
              <a:rPr lang="de-DE" sz="1100" dirty="0"/>
              <a:t>, </a:t>
            </a:r>
            <a:r>
              <a:rPr lang="de-DE" sz="1100" dirty="0" err="1"/>
              <a:t>Init_RGB_Backwards</a:t>
            </a:r>
            <a:r>
              <a:rPr lang="de-DE" sz="1100" dirty="0"/>
              <a:t>: </a:t>
            </a:r>
            <a:r>
              <a:rPr lang="de-DE" sz="1100" dirty="0" err="1"/>
              <a:t>bool</a:t>
            </a:r>
            <a:r>
              <a:rPr lang="de-DE" sz="1100" dirty="0"/>
              <a:t>, RGB_VertikalDown01, RGB_VertikalDown02, </a:t>
            </a:r>
            <a:r>
              <a:rPr lang="de-DE" sz="1100" dirty="0" err="1"/>
              <a:t>Init_RGB_VertikalDown</a:t>
            </a:r>
            <a:r>
              <a:rPr lang="de-DE" sz="1100" dirty="0"/>
              <a:t>, RGB_VertikalUp01, RGB_VertikalUp02, </a:t>
            </a:r>
            <a:r>
              <a:rPr lang="de-DE" sz="1100" dirty="0" err="1"/>
              <a:t>Init_RGB_VertikalUp</a:t>
            </a:r>
            <a:r>
              <a:rPr lang="de-DE" sz="1100" dirty="0"/>
              <a:t>, RGB_HorizontalForwards01, </a:t>
            </a:r>
            <a:r>
              <a:rPr lang="de-DE" sz="1100" dirty="0" err="1"/>
              <a:t>Init_RGB_HorizontalForwads</a:t>
            </a:r>
            <a:r>
              <a:rPr lang="de-DE" sz="1100" dirty="0"/>
              <a:t>, RGB_HorizontalBackwards01, RGB_HorizontalBackwards02, </a:t>
            </a:r>
            <a:r>
              <a:rPr lang="de-DE" sz="1100" dirty="0" err="1"/>
              <a:t>Init_RGB_HorizontalBackwards</a:t>
            </a:r>
            <a:r>
              <a:rPr lang="de-DE" sz="1100" dirty="0"/>
              <a:t>, A1):</a:t>
            </a:r>
          </a:p>
          <a:p>
            <a:r>
              <a:rPr lang="de-DE" sz="1100" dirty="0"/>
              <a:t>    """Auto-</a:t>
            </a:r>
            <a:r>
              <a:rPr lang="de-DE" sz="1100" dirty="0" err="1"/>
              <a:t>generated</a:t>
            </a:r>
            <a:r>
              <a:rPr lang="de-DE" sz="1100" dirty="0"/>
              <a:t> </a:t>
            </a:r>
            <a:r>
              <a:rPr lang="de-DE" sz="1100" dirty="0" err="1"/>
              <a:t>from</a:t>
            </a:r>
            <a:r>
              <a:rPr lang="de-DE" sz="1100" dirty="0"/>
              <a:t> </a:t>
            </a:r>
            <a:r>
              <a:rPr lang="de-DE" sz="1100" dirty="0" err="1"/>
              <a:t>PLCopen</a:t>
            </a:r>
            <a:r>
              <a:rPr lang="de-DE" sz="1100" dirty="0"/>
              <a:t> XML (vereinfachte Semantik)."""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OR_1(V_10000000001, V_10000000002):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F1 </a:t>
            </a:r>
            <a:r>
              <a:rPr lang="de-DE" sz="1100" dirty="0" err="1"/>
              <a:t>or</a:t>
            </a:r>
            <a:r>
              <a:rPr lang="de-DE" sz="1100" dirty="0"/>
              <a:t> A2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V_10000000003 = OR_1(F1, A2)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AND_1(V_10000000003, V_10000000004):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V_10000000003 and </a:t>
            </a:r>
            <a:r>
              <a:rPr lang="de-DE" sz="1100" dirty="0" err="1"/>
              <a:t>CB_Forwards</a:t>
            </a:r>
            <a:endParaRPr lang="de-DE" sz="1100" dirty="0"/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V_10000000005 = AND_1(V_10000000003, </a:t>
            </a:r>
            <a:r>
              <a:rPr lang="de-DE" sz="1100" dirty="0" err="1"/>
              <a:t>CB_Forwards</a:t>
            </a:r>
            <a:r>
              <a:rPr lang="de-DE" sz="1100" dirty="0"/>
              <a:t>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AND_2(V_10000000006, V_10000000007):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Start and F4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V_10000000008 = AND_2(Start, F4)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OR_2(V_10000000005, V_10000000008):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V_10000000005 </a:t>
            </a:r>
            <a:r>
              <a:rPr lang="de-DE" sz="1100" dirty="0" err="1"/>
              <a:t>or</a:t>
            </a:r>
            <a:r>
              <a:rPr lang="de-DE" sz="1100" dirty="0"/>
              <a:t> V_10000000008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V_10000000009 = OR_2(V_10000000005, V_10000000008)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OR_3(V_20000000000, V_20000000001):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F1 </a:t>
            </a:r>
            <a:r>
              <a:rPr lang="de-DE" sz="1100" dirty="0" err="1"/>
              <a:t>or</a:t>
            </a:r>
            <a:r>
              <a:rPr lang="de-DE" sz="1100" dirty="0"/>
              <a:t> A2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V_20000000002 = OR_3(F1, A2)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AND_3(V_20000000002, V_20000000003):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V_20000000002 and </a:t>
            </a:r>
            <a:r>
              <a:rPr lang="de-DE" sz="1100" dirty="0" err="1"/>
              <a:t>CB_Backwards</a:t>
            </a:r>
            <a:endParaRPr lang="de-DE" sz="1100" dirty="0"/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V_20000000004 = AND_3(V_20000000002, </a:t>
            </a:r>
            <a:r>
              <a:rPr lang="de-DE" sz="1100" dirty="0" err="1"/>
              <a:t>CB_Backwards</a:t>
            </a:r>
            <a:r>
              <a:rPr lang="de-DE" sz="1100" dirty="0"/>
              <a:t>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AND_4(V_20000000005, V_20000000006):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Start and F4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V_20000000007 = AND_4(Start, F4)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OR_4(V_20000000004, V_20000000007):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V_20000000004 </a:t>
            </a:r>
            <a:r>
              <a:rPr lang="de-DE" sz="1100" dirty="0" err="1"/>
              <a:t>or</a:t>
            </a:r>
            <a:r>
              <a:rPr lang="de-DE" sz="1100" dirty="0"/>
              <a:t> V_20000000007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V_20000000008 = OR_4(V_20000000004, V_20000000007)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OR_5(V_30000000000, V_30000000001):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F1 </a:t>
            </a:r>
            <a:r>
              <a:rPr lang="de-DE" sz="1100" dirty="0" err="1"/>
              <a:t>or</a:t>
            </a:r>
            <a:r>
              <a:rPr lang="de-DE" sz="1100" dirty="0"/>
              <a:t> A2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V_30000000002 = OR_5(F1, A2)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OR_6(V_30000000003, V_30000000004):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RGB_Forwards01 </a:t>
            </a:r>
            <a:r>
              <a:rPr lang="de-DE" sz="1100" dirty="0" err="1"/>
              <a:t>or</a:t>
            </a:r>
            <a:r>
              <a:rPr lang="de-DE" sz="1100" dirty="0"/>
              <a:t> RGB_Forwards02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V_30000000005 = OR_6(RGB_Forwards01, RGB_Forwards02)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AND_5(V_30000000002, V_30000000005):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V_30000000002 and V_30000000005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V_30000000006 = AND_5(V_30000000002, V_30000000005)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AND_6(V_30000000007, V_30000000008):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Start and F4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V_30000000009 = AND_6(Start, F4)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AND_7(V_30000000010, V_30000000011):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A6 and </a:t>
            </a:r>
            <a:r>
              <a:rPr lang="de-DE" sz="1100" dirty="0" err="1"/>
              <a:t>Init_RGB_Forwards</a:t>
            </a:r>
            <a:endParaRPr lang="de-DE" sz="1100" dirty="0"/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V_30000000012 = AND_7(A6, </a:t>
            </a:r>
            <a:r>
              <a:rPr lang="de-DE" sz="1100" dirty="0" err="1"/>
              <a:t>Init_RGB_Forwards</a:t>
            </a:r>
            <a:r>
              <a:rPr lang="de-DE" sz="1100" dirty="0"/>
              <a:t>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OR_7(V_30000000006, V_30000000009, V_30000000012):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V_30000000006 </a:t>
            </a:r>
            <a:r>
              <a:rPr lang="de-DE" sz="1100" dirty="0" err="1"/>
              <a:t>or</a:t>
            </a:r>
            <a:r>
              <a:rPr lang="de-DE" sz="1100" dirty="0"/>
              <a:t> V_30000000009 </a:t>
            </a:r>
            <a:r>
              <a:rPr lang="de-DE" sz="1100" dirty="0" err="1"/>
              <a:t>or</a:t>
            </a:r>
            <a:r>
              <a:rPr lang="de-DE" sz="1100" dirty="0"/>
              <a:t> V_30000000012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V_30000000013 = OR_7(V_30000000006, V_30000000009, V_30000000012)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OR_8(V_40000000000, V_40000000001):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F1 </a:t>
            </a:r>
            <a:r>
              <a:rPr lang="de-DE" sz="1100" dirty="0" err="1"/>
              <a:t>or</a:t>
            </a:r>
            <a:r>
              <a:rPr lang="de-DE" sz="1100" dirty="0"/>
              <a:t> A2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V_40000000002 = OR_8(F1, A2)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OR_9(V_40000000003, V_40000000004):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RGB_Backwards01 </a:t>
            </a:r>
            <a:r>
              <a:rPr lang="de-DE" sz="1100" dirty="0" err="1"/>
              <a:t>or</a:t>
            </a:r>
            <a:r>
              <a:rPr lang="de-DE" sz="1100" dirty="0"/>
              <a:t> RGB_Backwards02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V_40000000005 = OR_9(RGB_Backwards01, RGB_Backwards02)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AND_8(V_40000000002, V_40000000005):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V_40000000002 and V_40000000005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V_40000000006 = AND_8(V_40000000002, V_40000000005)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AND_9(V_40000000007, V_40000000008):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Start and F4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V_40000000009 = AND_9(Start, F4)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AND_10(V_40000000010, V_40000000011):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A6 and </a:t>
            </a:r>
            <a:r>
              <a:rPr lang="de-DE" sz="1100" dirty="0" err="1"/>
              <a:t>Init_RGB_Backwards</a:t>
            </a:r>
            <a:endParaRPr lang="de-DE" sz="1100" dirty="0"/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V_40000000012 = AND_10(A6, </a:t>
            </a:r>
            <a:r>
              <a:rPr lang="de-DE" sz="1100" dirty="0" err="1"/>
              <a:t>Init_RGB_Backwards</a:t>
            </a:r>
            <a:r>
              <a:rPr lang="de-DE" sz="1100" dirty="0"/>
              <a:t>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OR_10(V_40000000006, V_40000000009, V_40000000012):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V_40000000006 </a:t>
            </a:r>
            <a:r>
              <a:rPr lang="de-DE" sz="1100" dirty="0" err="1"/>
              <a:t>or</a:t>
            </a:r>
            <a:r>
              <a:rPr lang="de-DE" sz="1100" dirty="0"/>
              <a:t> V_40000000009 </a:t>
            </a:r>
            <a:r>
              <a:rPr lang="de-DE" sz="1100" dirty="0" err="1"/>
              <a:t>or</a:t>
            </a:r>
            <a:r>
              <a:rPr lang="de-DE" sz="1100" dirty="0"/>
              <a:t> V_40000000012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V_40000000013 = OR_10(V_40000000006, V_40000000009, V_40000000012)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OR_11(V_50000000000, V_50000000001):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F1 </a:t>
            </a:r>
            <a:r>
              <a:rPr lang="de-DE" sz="1100" dirty="0" err="1"/>
              <a:t>or</a:t>
            </a:r>
            <a:r>
              <a:rPr lang="de-DE" sz="1100" dirty="0"/>
              <a:t> A2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V_50000000002 = OR_11(F1, A2)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OR_12(V_50000000003, V_50000000004):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RGB_VertikalDown01 </a:t>
            </a:r>
            <a:r>
              <a:rPr lang="de-DE" sz="1100" dirty="0" err="1"/>
              <a:t>or</a:t>
            </a:r>
            <a:r>
              <a:rPr lang="de-DE" sz="1100" dirty="0"/>
              <a:t> RGB_VertikalDown02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V_50000000005 = OR_12(RGB_VertikalDown01, RGB_VertikalDown02)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AND_11(V_50000000002, V_50000000005):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V_50000000002 and V_50000000005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V_50000000006 = AND_11(V_50000000002, V_50000000005)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AND_12(V_50000000007, V_50000000008):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Start and F4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V_50000000009 = AND_12(Start, F4)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AND_13(V_50000000010, V_50000000011):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A6 and </a:t>
            </a:r>
            <a:r>
              <a:rPr lang="de-DE" sz="1100" dirty="0" err="1"/>
              <a:t>Init_RGB_VertikalDown</a:t>
            </a:r>
            <a:endParaRPr lang="de-DE" sz="1100" dirty="0"/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V_50000000012 = AND_13(A6, </a:t>
            </a:r>
            <a:r>
              <a:rPr lang="de-DE" sz="1100" dirty="0" err="1"/>
              <a:t>Init_RGB_VertikalDown</a:t>
            </a:r>
            <a:r>
              <a:rPr lang="de-DE" sz="1100" dirty="0"/>
              <a:t>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OR_13(V_50000000006, V_50000000009, V_50000000012):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V_50000000006 </a:t>
            </a:r>
            <a:r>
              <a:rPr lang="de-DE" sz="1100" dirty="0" err="1"/>
              <a:t>or</a:t>
            </a:r>
            <a:r>
              <a:rPr lang="de-DE" sz="1100" dirty="0"/>
              <a:t> V_50000000009 </a:t>
            </a:r>
            <a:r>
              <a:rPr lang="de-DE" sz="1100" dirty="0" err="1"/>
              <a:t>or</a:t>
            </a:r>
            <a:r>
              <a:rPr lang="de-DE" sz="1100" dirty="0"/>
              <a:t> V_50000000012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V_50000000013 = OR_13(V_50000000006, V_50000000009, V_50000000012)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OR_14(V_60000000000, V_60000000001):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F1 </a:t>
            </a:r>
            <a:r>
              <a:rPr lang="de-DE" sz="1100" dirty="0" err="1"/>
              <a:t>or</a:t>
            </a:r>
            <a:r>
              <a:rPr lang="de-DE" sz="1100" dirty="0"/>
              <a:t> A2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V_60000000002 = OR_14(F1, A2)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OR_15(V_60000000003, V_60000000004):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RGB_VertikalUp01 </a:t>
            </a:r>
            <a:r>
              <a:rPr lang="de-DE" sz="1100" dirty="0" err="1"/>
              <a:t>or</a:t>
            </a:r>
            <a:r>
              <a:rPr lang="de-DE" sz="1100" dirty="0"/>
              <a:t> RGB_VertikalUp02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V_60000000005 = OR_15(RGB_VertikalUp01, RGB_VertikalUp02)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AND_14(V_60000000002, V_60000000005):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V_60000000002 and V_60000000005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V_60000000006 = AND_14(V_60000000002, V_60000000005)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AND_15(V_60000000007, V_60000000008):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Start and F4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V_60000000009 = AND_15(Start, F4)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AND_16(V_60000000010, V_60000000011):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A6 and </a:t>
            </a:r>
            <a:r>
              <a:rPr lang="de-DE" sz="1100" dirty="0" err="1"/>
              <a:t>Init_RGB_VertikalUp</a:t>
            </a:r>
            <a:endParaRPr lang="de-DE" sz="1100" dirty="0"/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V_60000000012 = AND_16(A6, </a:t>
            </a:r>
            <a:r>
              <a:rPr lang="de-DE" sz="1100" dirty="0" err="1"/>
              <a:t>Init_RGB_VertikalUp</a:t>
            </a:r>
            <a:r>
              <a:rPr lang="de-DE" sz="1100" dirty="0"/>
              <a:t>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OR_16(V_60000000006, V_60000000009, V_60000000012):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V_60000000006 </a:t>
            </a:r>
            <a:r>
              <a:rPr lang="de-DE" sz="1100" dirty="0" err="1"/>
              <a:t>or</a:t>
            </a:r>
            <a:r>
              <a:rPr lang="de-DE" sz="1100" dirty="0"/>
              <a:t> V_60000000009 </a:t>
            </a:r>
            <a:r>
              <a:rPr lang="de-DE" sz="1100" dirty="0" err="1"/>
              <a:t>or</a:t>
            </a:r>
            <a:r>
              <a:rPr lang="de-DE" sz="1100" dirty="0"/>
              <a:t> V_60000000012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V_60000000013 = OR_16(V_60000000006, V_60000000009, V_60000000012)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OR_17(V_70000000000, V_70000000001):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F1 </a:t>
            </a:r>
            <a:r>
              <a:rPr lang="de-DE" sz="1100" dirty="0" err="1"/>
              <a:t>or</a:t>
            </a:r>
            <a:r>
              <a:rPr lang="de-DE" sz="1100" dirty="0"/>
              <a:t> A2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V_70000000002 = OR_17(F1, A2)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OR_18(V_70000000003, V_70000000004):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RGB_HorizontalForwards01 </a:t>
            </a:r>
            <a:r>
              <a:rPr lang="de-DE" sz="1100" dirty="0" err="1"/>
              <a:t>or</a:t>
            </a:r>
            <a:r>
              <a:rPr lang="de-DE" sz="1100" dirty="0"/>
              <a:t> RGB_HorizontalForwards01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V_70000000005 = OR_18(RGB_HorizontalForwards01, RGB_HorizontalForwards01)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AND_17(V_70000000002, V_70000000005):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V_70000000002 and V_70000000005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V_70000000006 = AND_17(V_70000000002, V_70000000005)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AND_18(V_70000000007, V_70000000008):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Start and F4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V_70000000009 = AND_18(Start, F4)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AND_19(V_70000000010, V_70000000011):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A6 and </a:t>
            </a:r>
            <a:r>
              <a:rPr lang="de-DE" sz="1100" dirty="0" err="1"/>
              <a:t>Init_RGB_HorizontalForwads</a:t>
            </a:r>
            <a:endParaRPr lang="de-DE" sz="1100" dirty="0"/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V_70000000012 = AND_19(A6, </a:t>
            </a:r>
            <a:r>
              <a:rPr lang="de-DE" sz="1100" dirty="0" err="1"/>
              <a:t>Init_RGB_HorizontalForwads</a:t>
            </a:r>
            <a:r>
              <a:rPr lang="de-DE" sz="1100" dirty="0"/>
              <a:t>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OR_19(V_70000000006, V_70000000009, V_70000000012):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V_70000000006 </a:t>
            </a:r>
            <a:r>
              <a:rPr lang="de-DE" sz="1100" dirty="0" err="1"/>
              <a:t>or</a:t>
            </a:r>
            <a:r>
              <a:rPr lang="de-DE" sz="1100" dirty="0"/>
              <a:t> V_70000000009 </a:t>
            </a:r>
            <a:r>
              <a:rPr lang="de-DE" sz="1100" dirty="0" err="1"/>
              <a:t>or</a:t>
            </a:r>
            <a:r>
              <a:rPr lang="de-DE" sz="1100" dirty="0"/>
              <a:t> V_70000000012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V_70000000013 = OR_19(V_70000000006, V_70000000009, V_70000000012)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OR_20(V_80000000000, V_80000000001):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F1 </a:t>
            </a:r>
            <a:r>
              <a:rPr lang="de-DE" sz="1100" dirty="0" err="1"/>
              <a:t>or</a:t>
            </a:r>
            <a:r>
              <a:rPr lang="de-DE" sz="1100" dirty="0"/>
              <a:t> A2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V_80000000002 = OR_20(F1, A2)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OR_21(V_80000000003, V_80000000004):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RGB_HorizontalBackwards01 </a:t>
            </a:r>
            <a:r>
              <a:rPr lang="de-DE" sz="1100" dirty="0" err="1"/>
              <a:t>or</a:t>
            </a:r>
            <a:r>
              <a:rPr lang="de-DE" sz="1100" dirty="0"/>
              <a:t> RGB_HorizontalBackwards02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V_80000000005 = OR_21(RGB_HorizontalBackwards01, RGB_HorizontalBackwards02)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AND_20(V_80000000002, V_80000000005):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V_80000000002 and V_80000000005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V_80000000006 = AND_20(V_80000000002, V_80000000005)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AND_21(V_80000000007, V_80000000008):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Start and F4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V_80000000009 = AND_21(Start, F4)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AND_22(V_80000000010, V_80000000011):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A6 and </a:t>
            </a:r>
            <a:r>
              <a:rPr lang="de-DE" sz="1100" dirty="0" err="1"/>
              <a:t>Init_RGB_HorizontalBackwards</a:t>
            </a:r>
            <a:endParaRPr lang="de-DE" sz="1100" dirty="0"/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V_80000000012 = AND_22(A6, </a:t>
            </a:r>
            <a:r>
              <a:rPr lang="de-DE" sz="1100" dirty="0" err="1"/>
              <a:t>Init_RGB_HorizontalBackwards</a:t>
            </a:r>
            <a:r>
              <a:rPr lang="de-DE" sz="1100" dirty="0"/>
              <a:t>)</a:t>
            </a:r>
          </a:p>
          <a:p>
            <a:br>
              <a:rPr lang="de-DE" sz="1100" dirty="0"/>
            </a:b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def</a:t>
            </a:r>
            <a:r>
              <a:rPr lang="de-DE" sz="1100" dirty="0"/>
              <a:t> OR_22(V_80000000006, V_80000000009, V_80000000012):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result</a:t>
            </a:r>
            <a:r>
              <a:rPr lang="de-DE" sz="1100" dirty="0"/>
              <a:t> = V_80000000006 </a:t>
            </a:r>
            <a:r>
              <a:rPr lang="de-DE" sz="1100" dirty="0" err="1"/>
              <a:t>or</a:t>
            </a:r>
            <a:r>
              <a:rPr lang="de-DE" sz="1100" dirty="0"/>
              <a:t> V_80000000009 </a:t>
            </a:r>
            <a:r>
              <a:rPr lang="de-DE" sz="1100" dirty="0" err="1"/>
              <a:t>or</a:t>
            </a:r>
            <a:r>
              <a:rPr lang="de-DE" sz="1100" dirty="0"/>
              <a:t> V_80000000012</a:t>
            </a:r>
          </a:p>
          <a:p>
            <a:r>
              <a:rPr lang="de-DE" sz="1100" dirty="0"/>
              <a:t>        </a:t>
            </a:r>
            <a:r>
              <a:rPr lang="de-DE" sz="1100" dirty="0" err="1"/>
              <a:t>return</a:t>
            </a:r>
            <a:r>
              <a:rPr lang="de-DE" sz="1100" dirty="0"/>
              <a:t> </a:t>
            </a:r>
            <a:r>
              <a:rPr lang="de-DE" sz="1100" dirty="0" err="1"/>
              <a:t>result</a:t>
            </a:r>
            <a:endParaRPr lang="de-DE" sz="1100" dirty="0"/>
          </a:p>
          <a:p>
            <a:r>
              <a:rPr lang="de-DE" sz="1100" dirty="0"/>
              <a:t>    V_80000000013 = OR_22(V_80000000006, V_80000000009, V_80000000012)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ConveyorBeltForward</a:t>
            </a:r>
            <a:r>
              <a:rPr lang="de-DE" sz="1100" dirty="0"/>
              <a:t> = </a:t>
            </a:r>
            <a:r>
              <a:rPr lang="de-DE" sz="1100" dirty="0" err="1"/>
              <a:t>ConveyorBeltForward</a:t>
            </a: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ConveyorBeltForward</a:t>
            </a:r>
            <a:r>
              <a:rPr lang="de-DE" sz="1100" dirty="0"/>
              <a:t>:', </a:t>
            </a:r>
            <a:r>
              <a:rPr lang="de-DE" sz="1100" dirty="0" err="1"/>
              <a:t>ConveyorBeltForward</a:t>
            </a:r>
            <a:r>
              <a:rPr lang="de-DE" sz="1100" dirty="0"/>
              <a:t>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ConveyorBeltBackward</a:t>
            </a:r>
            <a:r>
              <a:rPr lang="de-DE" sz="1100" dirty="0"/>
              <a:t> = </a:t>
            </a:r>
            <a:r>
              <a:rPr lang="de-DE" sz="1100" dirty="0" err="1"/>
              <a:t>ConveyorBeltBackward</a:t>
            </a: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ConveyorBeltBackward</a:t>
            </a:r>
            <a:r>
              <a:rPr lang="de-DE" sz="1100" dirty="0"/>
              <a:t>:', </a:t>
            </a:r>
            <a:r>
              <a:rPr lang="de-DE" sz="1100" dirty="0" err="1"/>
              <a:t>ConveyorBeltBackward</a:t>
            </a:r>
            <a:r>
              <a:rPr lang="de-DE" sz="1100" dirty="0"/>
              <a:t>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RGB_Forwards</a:t>
            </a:r>
            <a:r>
              <a:rPr lang="de-DE" sz="1100" dirty="0"/>
              <a:t> = </a:t>
            </a:r>
            <a:r>
              <a:rPr lang="de-DE" sz="1100" dirty="0" err="1"/>
              <a:t>RGB_Forwards</a:t>
            </a: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RGB_Forwards</a:t>
            </a:r>
            <a:r>
              <a:rPr lang="de-DE" sz="1100" dirty="0"/>
              <a:t>:', </a:t>
            </a:r>
            <a:r>
              <a:rPr lang="de-DE" sz="1100" dirty="0" err="1"/>
              <a:t>RGB_Forwards</a:t>
            </a:r>
            <a:r>
              <a:rPr lang="de-DE" sz="1100" dirty="0"/>
              <a:t>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RGB_Backwards</a:t>
            </a:r>
            <a:r>
              <a:rPr lang="de-DE" sz="1100" dirty="0"/>
              <a:t> = </a:t>
            </a:r>
            <a:r>
              <a:rPr lang="de-DE" sz="1100" dirty="0" err="1"/>
              <a:t>RGB_Backwards</a:t>
            </a: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RGB_Backwards</a:t>
            </a:r>
            <a:r>
              <a:rPr lang="de-DE" sz="1100" dirty="0"/>
              <a:t>:', </a:t>
            </a:r>
            <a:r>
              <a:rPr lang="de-DE" sz="1100" dirty="0" err="1"/>
              <a:t>RGB_Backwards</a:t>
            </a:r>
            <a:r>
              <a:rPr lang="de-DE" sz="1100" dirty="0"/>
              <a:t>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RGB_VerticalDown</a:t>
            </a:r>
            <a:r>
              <a:rPr lang="de-DE" sz="1100" dirty="0"/>
              <a:t> = </a:t>
            </a:r>
            <a:r>
              <a:rPr lang="de-DE" sz="1100" dirty="0" err="1"/>
              <a:t>RGB_VerticalDown</a:t>
            </a: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RGB_VerticalDown</a:t>
            </a:r>
            <a:r>
              <a:rPr lang="de-DE" sz="1100" dirty="0"/>
              <a:t>:', </a:t>
            </a:r>
            <a:r>
              <a:rPr lang="de-DE" sz="1100" dirty="0" err="1"/>
              <a:t>RGB_VerticalDown</a:t>
            </a:r>
            <a:r>
              <a:rPr lang="de-DE" sz="1100" dirty="0"/>
              <a:t>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RGB_VerticalUp</a:t>
            </a:r>
            <a:r>
              <a:rPr lang="de-DE" sz="1100" dirty="0"/>
              <a:t> = </a:t>
            </a:r>
            <a:r>
              <a:rPr lang="de-DE" sz="1100" dirty="0" err="1"/>
              <a:t>RGB_VerticalUp</a:t>
            </a: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RGB_VerticalUp</a:t>
            </a:r>
            <a:r>
              <a:rPr lang="de-DE" sz="1100" dirty="0"/>
              <a:t>:', </a:t>
            </a:r>
            <a:r>
              <a:rPr lang="de-DE" sz="1100" dirty="0" err="1"/>
              <a:t>RGB_VerticalUp</a:t>
            </a:r>
            <a:r>
              <a:rPr lang="de-DE" sz="1100" dirty="0"/>
              <a:t>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RGB_HorizontalForward</a:t>
            </a:r>
            <a:r>
              <a:rPr lang="de-DE" sz="1100" dirty="0"/>
              <a:t> = </a:t>
            </a:r>
            <a:r>
              <a:rPr lang="de-DE" sz="1100" dirty="0" err="1"/>
              <a:t>RGB_HorizontalForward</a:t>
            </a: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RGB_HorizontalForward</a:t>
            </a:r>
            <a:r>
              <a:rPr lang="de-DE" sz="1100" dirty="0"/>
              <a:t>:', </a:t>
            </a:r>
            <a:r>
              <a:rPr lang="de-DE" sz="1100" dirty="0" err="1"/>
              <a:t>RGB_HorizontalForward</a:t>
            </a:r>
            <a:r>
              <a:rPr lang="de-DE" sz="1100" dirty="0"/>
              <a:t>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RGB_HorizontalBackward</a:t>
            </a:r>
            <a:r>
              <a:rPr lang="de-DE" sz="1100" dirty="0"/>
              <a:t> = </a:t>
            </a:r>
            <a:r>
              <a:rPr lang="de-DE" sz="1100" dirty="0" err="1"/>
              <a:t>RGB_HorizontalBackward</a:t>
            </a:r>
            <a:endParaRPr lang="de-DE" sz="1100" dirty="0"/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RGB_HorizontalBackward</a:t>
            </a:r>
            <a:r>
              <a:rPr lang="de-DE" sz="1100" dirty="0"/>
              <a:t>:', </a:t>
            </a:r>
            <a:r>
              <a:rPr lang="de-DE" sz="1100" dirty="0" err="1"/>
              <a:t>RGB_HorizontalBackward</a:t>
            </a:r>
            <a:r>
              <a:rPr lang="de-DE" sz="1100" dirty="0"/>
              <a:t>)</a:t>
            </a:r>
          </a:p>
          <a:p>
            <a:r>
              <a:rPr lang="de-DE" sz="1100" dirty="0"/>
              <a:t>    Light_Q1 = Light_Q1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Light_Q1:', Light_Q1)</a:t>
            </a:r>
          </a:p>
          <a:p>
            <a:r>
              <a:rPr lang="de-DE" sz="1100" dirty="0"/>
              <a:t>    Light_Q2 = Light_Q2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Light_Q2:', Light_Q2)</a:t>
            </a:r>
          </a:p>
          <a:p>
            <a:r>
              <a:rPr lang="de-DE" sz="1100" dirty="0"/>
              <a:t>    Light_Q3 = Light_Q3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print</a:t>
            </a:r>
            <a:r>
              <a:rPr lang="de-DE" sz="1100" dirty="0"/>
              <a:t>('Value </a:t>
            </a:r>
            <a:r>
              <a:rPr lang="de-DE" sz="1100" dirty="0" err="1"/>
              <a:t>of</a:t>
            </a:r>
            <a:r>
              <a:rPr lang="de-DE" sz="1100" dirty="0"/>
              <a:t> Light_Q3:', Light_Q3)</a:t>
            </a:r>
          </a:p>
          <a:p>
            <a:r>
              <a:rPr lang="de-DE" sz="1100" dirty="0"/>
              <a:t>    </a:t>
            </a:r>
            <a:r>
              <a:rPr lang="de-DE" sz="1100" dirty="0" err="1"/>
              <a:t>return</a:t>
            </a:r>
            <a:r>
              <a:rPr lang="de-DE" sz="1100" dirty="0"/>
              <a:t> {'</a:t>
            </a:r>
            <a:r>
              <a:rPr lang="de-DE" sz="1100" dirty="0" err="1"/>
              <a:t>ConveyorBeltForward</a:t>
            </a:r>
            <a:r>
              <a:rPr lang="de-DE" sz="1100" dirty="0"/>
              <a:t>': </a:t>
            </a:r>
            <a:r>
              <a:rPr lang="de-DE" sz="1100" dirty="0" err="1"/>
              <a:t>ConveyorBeltForward</a:t>
            </a:r>
            <a:r>
              <a:rPr lang="de-DE" sz="1100" dirty="0"/>
              <a:t>, '</a:t>
            </a:r>
            <a:r>
              <a:rPr lang="de-DE" sz="1100" dirty="0" err="1"/>
              <a:t>ConveyorBeltBackward</a:t>
            </a:r>
            <a:r>
              <a:rPr lang="de-DE" sz="1100" dirty="0"/>
              <a:t>': </a:t>
            </a:r>
            <a:r>
              <a:rPr lang="de-DE" sz="1100" dirty="0" err="1"/>
              <a:t>ConveyorBeltBackward</a:t>
            </a:r>
            <a:r>
              <a:rPr lang="de-DE" sz="1100" dirty="0"/>
              <a:t>, '</a:t>
            </a:r>
            <a:r>
              <a:rPr lang="de-DE" sz="1100" dirty="0" err="1"/>
              <a:t>RGB_Forwards</a:t>
            </a:r>
            <a:r>
              <a:rPr lang="de-DE" sz="1100" dirty="0"/>
              <a:t>': </a:t>
            </a:r>
            <a:r>
              <a:rPr lang="de-DE" sz="1100" dirty="0" err="1"/>
              <a:t>RGB_Forwards</a:t>
            </a:r>
            <a:r>
              <a:rPr lang="de-DE" sz="1100" dirty="0"/>
              <a:t>, '</a:t>
            </a:r>
            <a:r>
              <a:rPr lang="de-DE" sz="1100" dirty="0" err="1"/>
              <a:t>RGB_Backwards</a:t>
            </a:r>
            <a:r>
              <a:rPr lang="de-DE" sz="1100" dirty="0"/>
              <a:t>': </a:t>
            </a:r>
            <a:r>
              <a:rPr lang="de-DE" sz="1100" dirty="0" err="1"/>
              <a:t>RGB_Backwards</a:t>
            </a:r>
            <a:r>
              <a:rPr lang="de-DE" sz="1100" dirty="0"/>
              <a:t>, '</a:t>
            </a:r>
            <a:r>
              <a:rPr lang="de-DE" sz="1100" dirty="0" err="1"/>
              <a:t>RGB_VerticalDown</a:t>
            </a:r>
            <a:r>
              <a:rPr lang="de-DE" sz="1100" dirty="0"/>
              <a:t>': </a:t>
            </a:r>
            <a:r>
              <a:rPr lang="de-DE" sz="1100" dirty="0" err="1"/>
              <a:t>RGB_VerticalDown</a:t>
            </a:r>
            <a:r>
              <a:rPr lang="de-DE" sz="1100" dirty="0"/>
              <a:t>, '</a:t>
            </a:r>
            <a:r>
              <a:rPr lang="de-DE" sz="1100" dirty="0" err="1"/>
              <a:t>RGB_VerticalUp</a:t>
            </a:r>
            <a:r>
              <a:rPr lang="de-DE" sz="1100" dirty="0"/>
              <a:t>': </a:t>
            </a:r>
            <a:r>
              <a:rPr lang="de-DE" sz="1100" dirty="0" err="1"/>
              <a:t>RGB_VerticalUp</a:t>
            </a:r>
            <a:r>
              <a:rPr lang="de-DE" sz="1100" dirty="0"/>
              <a:t>, '</a:t>
            </a:r>
            <a:r>
              <a:rPr lang="de-DE" sz="1100" dirty="0" err="1"/>
              <a:t>RGB_HorizontalForward</a:t>
            </a:r>
            <a:r>
              <a:rPr lang="de-DE" sz="1100" dirty="0"/>
              <a:t>': </a:t>
            </a:r>
            <a:r>
              <a:rPr lang="de-DE" sz="1100" dirty="0" err="1"/>
              <a:t>RGB_HorizontalForward</a:t>
            </a:r>
            <a:r>
              <a:rPr lang="de-DE" sz="1100" dirty="0"/>
              <a:t>, '</a:t>
            </a:r>
            <a:r>
              <a:rPr lang="de-DE" sz="1100" dirty="0" err="1"/>
              <a:t>RGB_HorizontalBackward</a:t>
            </a:r>
            <a:r>
              <a:rPr lang="de-DE" sz="1100" dirty="0"/>
              <a:t>': </a:t>
            </a:r>
            <a:r>
              <a:rPr lang="de-DE" sz="1100" dirty="0" err="1"/>
              <a:t>RGB_HorizontalBackward</a:t>
            </a:r>
            <a:r>
              <a:rPr lang="de-DE" sz="1100" dirty="0"/>
              <a:t>, 'Light_Q1': Light_Q1, 'Light_Q2': Light_Q2, 'Light_Q3': Light_Q3}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5730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2366</Words>
  <Application>Microsoft Office PowerPoint</Application>
  <PresentationFormat>Breitbild</PresentationFormat>
  <Paragraphs>247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 D</dc:creator>
  <cp:lastModifiedBy>V D</cp:lastModifiedBy>
  <cp:revision>1</cp:revision>
  <dcterms:created xsi:type="dcterms:W3CDTF">2025-11-24T13:08:45Z</dcterms:created>
  <dcterms:modified xsi:type="dcterms:W3CDTF">2025-11-24T13:11:17Z</dcterms:modified>
</cp:coreProperties>
</file>